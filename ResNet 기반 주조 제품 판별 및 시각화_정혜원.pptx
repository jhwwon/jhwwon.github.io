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53" y="398"/>
      </p:cViewPr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slide" Target="slides/slide15.xml"  /><Relationship Id="rId17" Type="http://schemas.openxmlformats.org/officeDocument/2006/relationships/slide" Target="slides/slide16.xml"  /><Relationship Id="rId18" Type="http://schemas.openxmlformats.org/officeDocument/2006/relationships/slide" Target="slides/slide17.xml"  /><Relationship Id="rId19" Type="http://schemas.openxmlformats.org/officeDocument/2006/relationships/slide" Target="slides/slide18.xml"  /><Relationship Id="rId2" Type="http://schemas.openxmlformats.org/officeDocument/2006/relationships/slide" Target="slides/slide1.xml"  /><Relationship Id="rId20" Type="http://schemas.openxmlformats.org/officeDocument/2006/relationships/slide" Target="slides/slide19.xml"  /><Relationship Id="rId21" Type="http://schemas.openxmlformats.org/officeDocument/2006/relationships/slide" Target="slides/slide20.xml"  /><Relationship Id="rId22" Type="http://schemas.openxmlformats.org/officeDocument/2006/relationships/presProps" Target="presProps.xml"  /><Relationship Id="rId23" Type="http://schemas.openxmlformats.org/officeDocument/2006/relationships/viewProps" Target="viewProps.xml"  /><Relationship Id="rId24" Type="http://schemas.openxmlformats.org/officeDocument/2006/relationships/theme" Target="theme/theme1.xml"  /><Relationship Id="rId25" Type="http://schemas.openxmlformats.org/officeDocument/2006/relationships/tableStyles" Target="tableStyles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1A1D460-2B15-487B-1AC5-5577A69077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E547F290-AFB1-00EF-C736-17ADB89A0CA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79AAD8-6BF9-A321-8D81-4B3AE0A504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AF15CC1-E13F-4093-3869-6E6BB99E43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C3E5A39-F2D6-5BAA-DA87-5B0087634F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58590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600F91-E14F-BD5E-B6E0-6FBA56BBD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F5CCC30-8CFD-51D0-B10D-BA274723F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9D19063-C5DE-FE03-C98A-3EA9EDECB8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54A4C2-1940-B744-8DB0-4B4697721B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214BC7F-1258-65FC-AA75-6539DA8478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37805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CDF820C-607F-B21A-BF2C-2C89460630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B280686-CF0B-C768-7672-D8839848A2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4E8B0B1-2B18-A434-9943-F9F289A5CA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8AAD39D-9A0C-8467-3C53-649F8C538E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EC997F-14C5-9F6C-4B95-4629DEB2CE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3318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2809493-4E99-1F25-A3BC-288137E0E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8ED2EB-2E94-944F-76BF-79C834417CE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C62C81A-6340-0416-A435-F2857910F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ECF2E72-FCDA-5470-23D9-82731B9E5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BFDC7-7C21-CFC7-8A93-0E74913506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2910E5-28AE-654E-B2CF-AA90D7E4ED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054521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8516FBE-5581-A4B8-9E45-42C96AFC2B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E6A308-2453-CAC3-0226-E125E808D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E32ED41-2EDB-8589-8DF7-C3E52DE050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F75DFF-31AB-CDFC-ED30-DFEDA88B199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C9694B94-7908-8D07-3F9B-3E0740DF76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F6B837FA-6032-F8EC-A2C5-51695B679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BA90963B-ECD2-C951-DA66-87CEC172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62815D2-8E45-FD42-FA43-2F358D130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19743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CACBA0-297A-C984-A7B8-9F8BA1A7A2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726DC4E6-5CB5-6AFD-0097-5E8086F3B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F29697FA-133C-0365-792E-09F5F784D4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5F0BD9A-E9B2-AE6C-6D9B-87AD8DF56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85865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0B05B435-A90A-ED65-B2EF-80FB3FEB37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1C393518-074C-D4F2-2EFA-46ACAD4DAC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97CE34-3AF9-5887-628C-2C6CA5826E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07649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21066-C439-3DC9-2672-17C710B6FB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ED9744-B542-08EE-0DBF-06DFC2B9E3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44DAEAF-5203-D9F9-3829-BAD7D07442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F1F4FD-CD99-358A-47DE-4AB896333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30F7D68-6F82-1128-CF6E-BAC2E30C0C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B64AD8D-3555-ABA7-22DE-799688A553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39130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59CC076-7FFE-68D1-14C1-FD2D5B0C5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129B383-5F31-590B-3224-F7A9B5E251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762B8B5-63E6-A72A-521B-12E981CDB3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51A387-2D79-75EE-7110-6E73ACAEDE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8CCF13B-76DA-956F-1427-2A160172C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38C2416-846B-8E3D-519C-FE05F278AB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57190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5CD4AE3-0F74-31E1-01A0-DD72816CD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45F5FF9-EDDE-2CF4-0FF0-5612644F96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C72197-C919-7A4E-C666-C462F12A87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728F705-6AAB-68D1-5F4E-1B657BD7F8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02146B2-5BC6-4BE2-CF9B-617652FDA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3930249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B098C8B-94FB-C8E6-78DB-93ED63225C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725F9C8-CEC5-F428-4AD7-26C4355AB1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A5169E-71F9-C86F-F887-9741D12DA7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9C95FF7-3DEB-336D-9B20-94C2435B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0EC71F6-A251-8BDF-AB98-7F6DDDF960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89171921"/>
      </p:ext>
    </p:extLst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F46840A-5F5F-37E7-1015-A7B6786B2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B741094-7616-D9A8-4F88-1CA5BF2D95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04CDEF9-FC73-E240-A87F-D0C552F1C3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B6C879-D707-4242-9610-1236553E61EA}" type="datetimeFigureOut">
              <a:rPr lang="ko-KR" altLang="en-US" smtClean="0"/>
              <a:t>2026-01-07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512D58F-9ACF-8B21-6A39-C7EFE42CFC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5975C8F-DDD7-0A65-B885-4E846D45AD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64294F-6C6A-41B8-ACCC-22CEE29024E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3948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5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6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7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8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9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0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1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2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3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4.png"  /></Relationships>
</file>

<file path=ppt/slides/_rels/slide1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5.png"  /></Relationships>
</file>

<file path=ppt/slides/_rels/slide1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6.png"  /></Relationships>
</file>

<file path=ppt/slides/_rels/slide1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7.png"  /></Relationships>
</file>

<file path=ppt/slides/_rels/slide1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8.png"  /></Relationships>
</file>

<file path=ppt/slides/_rels/slide1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19.png"  /></Relationships>
</file>

<file path=ppt/slides/_rels/slide2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2" Type="http://schemas.openxmlformats.org/officeDocument/2006/relationships/image" Target="../media/image20.png" 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1434754A-B6C4-5B1B-1276-0C9E70DDC5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6140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37AC94-0323-669A-E407-640616B748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8AB144A-DBB1-2C97-D11F-4C454C66C7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1701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70A524-FD50-8092-159C-E4C2005225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7075EFE-DA36-97C7-9243-25329F93551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121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433BC2-5601-9A39-088F-FF4A966D41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560F309-8986-29FE-A763-27E00FC43F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4743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899BBD-C3AA-48C3-0409-D5C69FCF64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DC6CC413-3C90-C3EF-E26A-781694BCE3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99947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2B925-F87B-C5AA-A2B7-031E4B61BE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312FEF-E139-14C4-83B1-5795BB0D8E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54133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82AE32-B12B-9D93-A65F-FF4BD6B3B2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65977E9-3BB6-1531-3AA9-7E29E6FEE1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4672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04C41-6C68-944A-550B-D555066CBE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5AF3928-3B5A-9D10-4333-B7B92AE9CD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03098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DC5651-A340-21E6-75D5-4545EBFDED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826232C6-83A1-082D-7C12-8B948C24C63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290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A277E1-610D-39D5-2D4C-693C257A03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2DF4556-A9CE-330A-9C93-1D3F0B034F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9647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4917ED-807B-CA90-4F06-19B40272A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B416E1E0-9885-80F1-CB24-07C7561D9A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928016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A13F-EDB1-83B4-E35F-8F26387264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1ED8DF62-6262-31BB-DF25-589FC4BDF2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91203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5DBAA-FA90-67BC-EDAA-1CFF353C3E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011CD96E-69B3-5B7D-CACA-B2CA549B616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7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8314017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DBCCF-5FA1-E760-A40A-F1252F6C7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4370184D-48C6-89CD-0EFB-1388E8AFB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136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A782F-2AC0-B83A-8511-2F50A604C7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2C8DD74-E8E3-E61A-120A-642E1E49719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83988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109F0-842A-6E2A-0EF8-1F63F46B6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90E1820-EEF1-E22D-D04C-ED7A294F4A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98932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492D6C-43FE-4A99-7105-B204131212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50FDEC28-A28D-D8DA-8752-E6D285D07A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13179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275781-CFFB-2AAB-FE8F-A7A920A2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EE070274-817F-A29D-FB12-EC890A2C21B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275278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F77B63-0262-E761-11F1-F9635BFD98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99CD1766-C164-05F9-3FBB-4438D9FAFA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73009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E92A68-96D5-2C50-F0C0-8158BE9608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1BEE0C9-83E5-62E0-35C9-41FA004BBC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0863486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p="http://schemas.openxmlformats.org/presentation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20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20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와이드스크린</ep:PresentationFormat>
  <ep:Paragraphs>0</ep:Paragraphs>
  <ep:Slides>20</ep:Slides>
  <ep:Notes>0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20</vt:i4>
      </vt:variant>
    </vt:vector>
  </ep:HeadingPairs>
  <ep:TitlesOfParts>
    <vt:vector size="21" baseType="lpstr">
      <vt:lpstr>Office 테마</vt:lpstr>
      <vt:lpstr>PowerPoint 프레젠테이션</vt:lpstr>
      <vt:lpstr>PowerPoint 프레젠테이션</vt:lpstr>
      <vt:lpstr>PowerPoint 프레젠테이션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  <vt:lpstr>슬라이드 15</vt:lpstr>
      <vt:lpstr>슬라이드 16</vt:lpstr>
      <vt:lpstr>슬라이드 17</vt:lpstr>
      <vt:lpstr>슬라이드 18</vt:lpstr>
      <vt:lpstr>슬라이드 19</vt:lpstr>
      <vt:lpstr>슬라이드 20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2026-01-07T00:18:59.000</dcterms:created>
  <dc:creator>jhw</dc:creator>
  <cp:lastModifiedBy>human-08</cp:lastModifiedBy>
  <dcterms:modified xsi:type="dcterms:W3CDTF">2026-01-07T01:18:48.569</dcterms:modified>
  <cp:revision>3</cp:revision>
  <cp:version>1000.0000.01</cp:version>
</cp:coreProperties>
</file>